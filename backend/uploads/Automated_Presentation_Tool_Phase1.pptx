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8" r:id="rId3"/>
    <p:sldId id="260" r:id="rId4"/>
    <p:sldId id="261" r:id="rId5"/>
    <p:sldId id="262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ziza Guellouz" userId="0b3a491e804b3d75" providerId="LiveId" clId="{24C8745C-46C0-4A7C-8CA3-312841A0BA4C}"/>
    <pc:docChg chg="delSld modSld">
      <pc:chgData name="Aziza Guellouz" userId="0b3a491e804b3d75" providerId="LiveId" clId="{24C8745C-46C0-4A7C-8CA3-312841A0BA4C}" dt="2025-01-20T20:27:09.844" v="8" actId="20577"/>
      <pc:docMkLst>
        <pc:docMk/>
      </pc:docMkLst>
      <pc:sldChg chg="modSp mod">
        <pc:chgData name="Aziza Guellouz" userId="0b3a491e804b3d75" providerId="LiveId" clId="{24C8745C-46C0-4A7C-8CA3-312841A0BA4C}" dt="2025-01-20T20:27:09.844" v="8" actId="20577"/>
        <pc:sldMkLst>
          <pc:docMk/>
          <pc:sldMk cId="0" sldId="256"/>
        </pc:sldMkLst>
        <pc:spChg chg="mod">
          <ac:chgData name="Aziza Guellouz" userId="0b3a491e804b3d75" providerId="LiveId" clId="{24C8745C-46C0-4A7C-8CA3-312841A0BA4C}" dt="2025-01-20T20:27:09.844" v="8" actId="20577"/>
          <ac:spMkLst>
            <pc:docMk/>
            <pc:sldMk cId="0" sldId="256"/>
            <ac:spMk id="3" creationId="{00000000-0000-0000-0000-000000000000}"/>
          </ac:spMkLst>
        </pc:spChg>
      </pc:sldChg>
      <pc:sldChg chg="del">
        <pc:chgData name="Aziza Guellouz" userId="0b3a491e804b3d75" providerId="LiveId" clId="{24C8745C-46C0-4A7C-8CA3-312841A0BA4C}" dt="2025-01-20T20:27:02.582" v="4" actId="47"/>
        <pc:sldMkLst>
          <pc:docMk/>
          <pc:sldMk cId="0" sldId="257"/>
        </pc:sldMkLst>
      </pc:sldChg>
      <pc:sldChg chg="modSp mod">
        <pc:chgData name="Aziza Guellouz" userId="0b3a491e804b3d75" providerId="LiveId" clId="{24C8745C-46C0-4A7C-8CA3-312841A0BA4C}" dt="2025-01-20T20:24:41.655" v="3" actId="5793"/>
        <pc:sldMkLst>
          <pc:docMk/>
          <pc:sldMk cId="0" sldId="261"/>
        </pc:sldMkLst>
        <pc:spChg chg="mod">
          <ac:chgData name="Aziza Guellouz" userId="0b3a491e804b3d75" providerId="LiveId" clId="{24C8745C-46C0-4A7C-8CA3-312841A0BA4C}" dt="2025-01-20T20:24:41.655" v="3" actId="5793"/>
          <ac:spMkLst>
            <pc:docMk/>
            <pc:sldMk cId="0" sldId="261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42416" y="2514601"/>
            <a:ext cx="6600451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42416" y="4777380"/>
            <a:ext cx="6600451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8"/>
          <p:cNvSpPr/>
          <p:nvPr/>
        </p:nvSpPr>
        <p:spPr bwMode="auto">
          <a:xfrm>
            <a:off x="-31719" y="4321158"/>
            <a:ext cx="1395473" cy="781781"/>
          </a:xfrm>
          <a:custGeom>
            <a:avLst/>
            <a:gdLst/>
            <a:ahLst/>
            <a:cxnLst/>
            <a:rect l="l" t="t" r="r" b="b"/>
            <a:pathLst>
              <a:path w="8042" h="10000">
                <a:moveTo>
                  <a:pt x="5799" y="10000"/>
                </a:moveTo>
                <a:cubicBezTo>
                  <a:pt x="5880" y="10000"/>
                  <a:pt x="5934" y="9940"/>
                  <a:pt x="5961" y="9880"/>
                </a:cubicBezTo>
                <a:cubicBezTo>
                  <a:pt x="5961" y="9820"/>
                  <a:pt x="5988" y="9820"/>
                  <a:pt x="5988" y="9820"/>
                </a:cubicBezTo>
                <a:lnTo>
                  <a:pt x="8042" y="5260"/>
                </a:lnTo>
                <a:cubicBezTo>
                  <a:pt x="8096" y="5140"/>
                  <a:pt x="8096" y="4901"/>
                  <a:pt x="8042" y="4721"/>
                </a:cubicBezTo>
                <a:lnTo>
                  <a:pt x="5988" y="221"/>
                </a:lnTo>
                <a:cubicBezTo>
                  <a:pt x="5988" y="160"/>
                  <a:pt x="5961" y="160"/>
                  <a:pt x="5961" y="160"/>
                </a:cubicBezTo>
                <a:cubicBezTo>
                  <a:pt x="5934" y="101"/>
                  <a:pt x="5880" y="41"/>
                  <a:pt x="5799" y="41"/>
                </a:cubicBezTo>
                <a:lnTo>
                  <a:pt x="18" y="0"/>
                </a:lnTo>
                <a:cubicBezTo>
                  <a:pt x="12" y="3330"/>
                  <a:pt x="6" y="6661"/>
                  <a:pt x="0" y="9991"/>
                </a:cubicBezTo>
                <a:lnTo>
                  <a:pt x="5799" y="1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23334" y="4529541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97912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201" y="624110"/>
            <a:ext cx="6589199" cy="128089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2415" y="2133600"/>
            <a:ext cx="6591985" cy="377762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1516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2074562"/>
            <a:ext cx="6591985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3581400"/>
            <a:ext cx="659198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6179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42416" y="2136706"/>
            <a:ext cx="3197531" cy="376739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37307" y="2136706"/>
            <a:ext cx="3197093" cy="376739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787783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871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5352" y="2226626"/>
            <a:ext cx="287459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42415" y="2802888"/>
            <a:ext cx="3197532" cy="3105703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6154" y="2223398"/>
            <a:ext cx="28732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33715" y="2799660"/>
            <a:ext cx="3195680" cy="3105703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787783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5552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200" y="624110"/>
            <a:ext cx="6589200" cy="128089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1349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9094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446088"/>
            <a:ext cx="2629584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3494" y="446089"/>
            <a:ext cx="3790906" cy="5414963"/>
          </a:xfrm>
        </p:spPr>
        <p:txBody>
          <a:bodyPr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1598613"/>
            <a:ext cx="2629584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7797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4800600"/>
            <a:ext cx="6591985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42415" y="634965"/>
            <a:ext cx="6591985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367338"/>
            <a:ext cx="6591985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419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609600"/>
            <a:ext cx="6591985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4354046"/>
            <a:ext cx="6591985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6451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8123" y="609600"/>
            <a:ext cx="6109587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15972" y="3505200"/>
            <a:ext cx="5653888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4354046"/>
            <a:ext cx="6591985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1808316" y="64800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9533" y="290530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1581260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2438401"/>
            <a:ext cx="6591985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591985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1372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2188123" y="609600"/>
            <a:ext cx="6109587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2415" y="4343400"/>
            <a:ext cx="6688292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688292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808316" y="64800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9533" y="290530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3377893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6" y="627407"/>
            <a:ext cx="6591984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2415" y="4343400"/>
            <a:ext cx="6591985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591985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9709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9268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8535" y="627406"/>
            <a:ext cx="1656132" cy="5283817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42416" y="627406"/>
            <a:ext cx="4716348" cy="5283817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3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/>
          <p:cNvGrpSpPr/>
          <p:nvPr/>
        </p:nvGrpSpPr>
        <p:grpSpPr>
          <a:xfrm>
            <a:off x="1" y="228600"/>
            <a:ext cx="1981200" cy="6638628"/>
            <a:chOff x="2487613" y="285750"/>
            <a:chExt cx="2428875" cy="5654676"/>
          </a:xfrm>
        </p:grpSpPr>
        <p:sp>
          <p:nvSpPr>
            <p:cNvPr id="37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8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9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0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1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2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3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4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5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6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7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8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49" name="Group 48"/>
          <p:cNvGrpSpPr/>
          <p:nvPr/>
        </p:nvGrpSpPr>
        <p:grpSpPr>
          <a:xfrm>
            <a:off x="20421" y="285"/>
            <a:ext cx="1952272" cy="6852968"/>
            <a:chOff x="6627813" y="195717"/>
            <a:chExt cx="1952625" cy="5678034"/>
          </a:xfrm>
        </p:grpSpPr>
        <p:sp>
          <p:nvSpPr>
            <p:cNvPr id="50" name="Freeform 27"/>
            <p:cNvSpPr/>
            <p:nvPr/>
          </p:nvSpPr>
          <p:spPr bwMode="auto">
            <a:xfrm>
              <a:off x="6627813" y="195717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1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2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3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4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5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6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7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8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9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60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61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62" name="Rectangle 6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45200" y="624110"/>
            <a:ext cx="6589200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2133600"/>
            <a:ext cx="6591985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772400" y="6135089"/>
            <a:ext cx="766380" cy="370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42415" y="6135809"/>
            <a:ext cx="57164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11228" y="787783"/>
            <a:ext cx="5849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7057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t>Automated Presentation Tool: Phase 1 Progress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Progress</a:t>
            </a:r>
            <a:r>
              <a:rPr lang="fr-FR" dirty="0"/>
              <a:t> </a:t>
            </a:r>
            <a:r>
              <a:rPr dirty="0"/>
              <a:t>and Next Steps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1 Accomplishments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>
                <a:solidFill>
                  <a:schemeClr val="tx1"/>
                </a:solidFill>
              </a:rPr>
              <a:t>- Enabled uploading presentations.</a:t>
            </a:r>
          </a:p>
          <a:p>
            <a:pPr marL="0" indent="0">
              <a:buNone/>
            </a:pPr>
            <a:r>
              <a:rPr dirty="0">
                <a:solidFill>
                  <a:schemeClr val="tx1"/>
                </a:solidFill>
              </a:rPr>
              <a:t>- Integrated a full-screen mode for better visualization.</a:t>
            </a:r>
          </a:p>
          <a:p>
            <a:pPr marL="0" indent="0">
              <a:buNone/>
            </a:pPr>
            <a:r>
              <a:rPr dirty="0">
                <a:solidFill>
                  <a:schemeClr val="tx1"/>
                </a:solidFill>
              </a:rPr>
              <a:t>- Implemented interactive controls:</a:t>
            </a:r>
          </a:p>
          <a:p>
            <a:pPr marL="0" indent="0">
              <a:buNone/>
            </a:pPr>
            <a:r>
              <a:rPr dirty="0">
                <a:solidFill>
                  <a:schemeClr val="tx1"/>
                </a:solidFill>
              </a:rPr>
              <a:t>  - Enter: Start the presentation.</a:t>
            </a:r>
          </a:p>
          <a:p>
            <a:pPr marL="0" indent="0">
              <a:buNone/>
            </a:pPr>
            <a:r>
              <a:rPr dirty="0">
                <a:solidFill>
                  <a:schemeClr val="tx1"/>
                </a:solidFill>
              </a:rPr>
              <a:t>  - Space: Pause/Resume.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599" y="624110"/>
            <a:ext cx="7162802" cy="1280890"/>
          </a:xfrm>
        </p:spPr>
        <p:txBody>
          <a:bodyPr/>
          <a:lstStyle/>
          <a:p>
            <a:r>
              <a:rPr dirty="0"/>
              <a:t>Phase 2: Generating Speech for Presentations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1598" y="2246669"/>
            <a:ext cx="6828505" cy="186321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500" dirty="0">
                <a:solidFill>
                  <a:schemeClr val="tx1"/>
                </a:solidFill>
              </a:rPr>
              <a:t>- Approach:</a:t>
            </a:r>
          </a:p>
          <a:p>
            <a:pPr marL="0" indent="0">
              <a:buNone/>
            </a:pPr>
            <a:r>
              <a:rPr sz="1500" dirty="0">
                <a:solidFill>
                  <a:schemeClr val="tx1"/>
                </a:solidFill>
              </a:rPr>
              <a:t>  - Use web scraping to gather relevant content.</a:t>
            </a:r>
          </a:p>
          <a:p>
            <a:pPr marL="0" indent="0">
              <a:buNone/>
            </a:pPr>
            <a:r>
              <a:rPr sz="1500" dirty="0">
                <a:solidFill>
                  <a:schemeClr val="tx1"/>
                </a:solidFill>
              </a:rPr>
              <a:t>  - Implement NLP algorithms to summarize and structure content.</a:t>
            </a:r>
          </a:p>
          <a:p>
            <a:pPr marL="0" indent="0">
              <a:buNone/>
            </a:pPr>
            <a:r>
              <a:rPr sz="1500" dirty="0">
                <a:solidFill>
                  <a:schemeClr val="tx1"/>
                </a:solidFill>
              </a:rPr>
              <a:t>  - Leverage TTS (Text-to-Speech) to convert text into audio.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0006" y="624110"/>
            <a:ext cx="3963986" cy="909722"/>
          </a:xfrm>
        </p:spPr>
        <p:txBody>
          <a:bodyPr/>
          <a:lstStyle/>
          <a:p>
            <a:r>
              <a:rPr dirty="0"/>
              <a:t>Project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76007" y="1799304"/>
            <a:ext cx="6591985" cy="1966452"/>
          </a:xfrm>
        </p:spPr>
        <p:txBody>
          <a:bodyPr>
            <a:normAutofit/>
          </a:bodyPr>
          <a:lstStyle/>
          <a:p>
            <a:r>
              <a:rPr sz="1500" dirty="0">
                <a:solidFill>
                  <a:schemeClr val="tx1"/>
                </a:solidFill>
              </a:rPr>
              <a:t>Phases:</a:t>
            </a:r>
          </a:p>
          <a:p>
            <a:pPr marL="0" indent="0">
              <a:buNone/>
            </a:pPr>
            <a:r>
              <a:rPr sz="1500" dirty="0">
                <a:solidFill>
                  <a:schemeClr val="tx1"/>
                </a:solidFill>
              </a:rPr>
              <a:t>Phase 1: Upload and interactive presentation features – ✅ (Completed).</a:t>
            </a:r>
          </a:p>
          <a:p>
            <a:pPr marL="0" indent="0">
              <a:buNone/>
            </a:pPr>
            <a:r>
              <a:rPr sz="1500" dirty="0">
                <a:solidFill>
                  <a:schemeClr val="tx1"/>
                </a:solidFill>
              </a:rPr>
              <a:t> Phase 2: Speech generation using NLP and TTS – 🔄 (In progress).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Questions or Suggestions?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1500" dirty="0">
                <a:solidFill>
                  <a:schemeClr val="tx1"/>
                </a:solidFill>
              </a:rPr>
              <a:t>Please feel free to share your thoughts or ask any questions!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rin">
  <a:themeElements>
    <a:clrScheme name="Brin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Brin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rin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0</TotalTime>
  <Words>142</Words>
  <Application>Microsoft Office PowerPoint</Application>
  <PresentationFormat>Affichage à l'écran (4:3)</PresentationFormat>
  <Paragraphs>19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9" baseType="lpstr">
      <vt:lpstr>Arial</vt:lpstr>
      <vt:lpstr>Century Gothic</vt:lpstr>
      <vt:lpstr>Wingdings 3</vt:lpstr>
      <vt:lpstr>Brin</vt:lpstr>
      <vt:lpstr>Automated Presentation Tool: Phase 1 Progress</vt:lpstr>
      <vt:lpstr>Phase 1 Accomplishments</vt:lpstr>
      <vt:lpstr>Phase 2: Generating Speech for Presentations</vt:lpstr>
      <vt:lpstr>Project Timeline</vt:lpstr>
      <vt:lpstr>Questions or Suggestions?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Aziza Guellouz</cp:lastModifiedBy>
  <cp:revision>5</cp:revision>
  <dcterms:created xsi:type="dcterms:W3CDTF">2013-01-27T09:14:16Z</dcterms:created>
  <dcterms:modified xsi:type="dcterms:W3CDTF">2025-01-20T20:27:17Z</dcterms:modified>
  <cp:category/>
</cp:coreProperties>
</file>