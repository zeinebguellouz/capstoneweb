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8" r:id="rId3"/>
    <p:sldId id="257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791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516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617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87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555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134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909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779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419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645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581260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1372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337789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9709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9268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705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Automated Presentation Tool: Phase 1 Progress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Progress, Tools, and Next Steps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 Accomplishments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solidFill>
                  <a:schemeClr val="tx1"/>
                </a:solidFill>
              </a:rPr>
              <a:t>- Enabled uploading presentations.</a:t>
            </a:r>
          </a:p>
          <a:p>
            <a:pPr marL="0" indent="0">
              <a:buNone/>
            </a:pPr>
            <a:r>
              <a:rPr dirty="0">
                <a:solidFill>
                  <a:schemeClr val="tx1"/>
                </a:solidFill>
              </a:rPr>
              <a:t>- Integrated a full-screen mode for better visualization.</a:t>
            </a:r>
          </a:p>
          <a:p>
            <a:pPr marL="0" indent="0">
              <a:buNone/>
            </a:pPr>
            <a:r>
              <a:rPr dirty="0">
                <a:solidFill>
                  <a:schemeClr val="tx1"/>
                </a:solidFill>
              </a:rPr>
              <a:t>- Implemented interactive controls:</a:t>
            </a:r>
          </a:p>
          <a:p>
            <a:pPr marL="0" indent="0">
              <a:buNone/>
            </a:pPr>
            <a:r>
              <a:rPr dirty="0">
                <a:solidFill>
                  <a:schemeClr val="tx1"/>
                </a:solidFill>
              </a:rPr>
              <a:t>  - Enter: Start the presentation.</a:t>
            </a:r>
          </a:p>
          <a:p>
            <a:pPr marL="0" indent="0">
              <a:buNone/>
            </a:pPr>
            <a:r>
              <a:rPr dirty="0">
                <a:solidFill>
                  <a:schemeClr val="tx1"/>
                </a:solidFill>
              </a:rPr>
              <a:t>  - Space: Pause/Resume.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Tools Used in Development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3694EC3-910A-A90B-B4FB-A2488F298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4065" y="1905000"/>
            <a:ext cx="7905136" cy="405089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e-DE" sz="1500" b="1" dirty="0">
                <a:solidFill>
                  <a:schemeClr val="tx1"/>
                </a:solidFill>
              </a:rPr>
              <a:t>1. Core Libraries</a:t>
            </a:r>
            <a:endParaRPr lang="de-DE" sz="15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de-DE" sz="1500" b="1" dirty="0">
                <a:solidFill>
                  <a:schemeClr val="tx1"/>
                </a:solidFill>
              </a:rPr>
              <a:t>Python-</a:t>
            </a:r>
            <a:r>
              <a:rPr lang="de-DE" sz="1500" b="1" dirty="0" err="1">
                <a:solidFill>
                  <a:schemeClr val="tx1"/>
                </a:solidFill>
              </a:rPr>
              <a:t>pptx</a:t>
            </a:r>
            <a:r>
              <a:rPr lang="de-DE" sz="1500" dirty="0">
                <a:solidFill>
                  <a:schemeClr val="tx1"/>
                </a:solidFill>
              </a:rPr>
              <a:t>: </a:t>
            </a:r>
            <a:r>
              <a:rPr lang="de-DE" sz="1500" dirty="0" err="1">
                <a:solidFill>
                  <a:schemeClr val="tx1"/>
                </a:solidFill>
              </a:rPr>
              <a:t>For</a:t>
            </a:r>
            <a:r>
              <a:rPr lang="de-DE" sz="1500" dirty="0">
                <a:solidFill>
                  <a:schemeClr val="tx1"/>
                </a:solidFill>
              </a:rPr>
              <a:t> </a:t>
            </a:r>
            <a:r>
              <a:rPr lang="de-DE" sz="1500" dirty="0" err="1">
                <a:solidFill>
                  <a:schemeClr val="tx1"/>
                </a:solidFill>
              </a:rPr>
              <a:t>handling</a:t>
            </a:r>
            <a:r>
              <a:rPr lang="de-DE" sz="1500" dirty="0">
                <a:solidFill>
                  <a:schemeClr val="tx1"/>
                </a:solidFill>
              </a:rPr>
              <a:t> and </a:t>
            </a:r>
            <a:r>
              <a:rPr lang="de-DE" sz="1500" dirty="0" err="1">
                <a:solidFill>
                  <a:schemeClr val="tx1"/>
                </a:solidFill>
              </a:rPr>
              <a:t>manipulating</a:t>
            </a:r>
            <a:r>
              <a:rPr lang="de-DE" sz="1500" dirty="0">
                <a:solidFill>
                  <a:schemeClr val="tx1"/>
                </a:solidFill>
              </a:rPr>
              <a:t> PowerPoint </a:t>
            </a:r>
            <a:r>
              <a:rPr lang="de-DE" sz="1500" dirty="0" err="1">
                <a:solidFill>
                  <a:schemeClr val="tx1"/>
                </a:solidFill>
              </a:rPr>
              <a:t>files</a:t>
            </a:r>
            <a:r>
              <a:rPr lang="de-DE" sz="1500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r>
              <a:rPr lang="de-DE" sz="1500" b="1" dirty="0" err="1">
                <a:solidFill>
                  <a:schemeClr val="tx1"/>
                </a:solidFill>
              </a:rPr>
              <a:t>Flask</a:t>
            </a:r>
            <a:r>
              <a:rPr lang="de-DE" sz="1500" dirty="0">
                <a:solidFill>
                  <a:schemeClr val="tx1"/>
                </a:solidFill>
              </a:rPr>
              <a:t>: </a:t>
            </a:r>
            <a:r>
              <a:rPr lang="de-DE" sz="1500" dirty="0" err="1">
                <a:solidFill>
                  <a:schemeClr val="tx1"/>
                </a:solidFill>
              </a:rPr>
              <a:t>For</a:t>
            </a:r>
            <a:r>
              <a:rPr lang="de-DE" sz="1500" dirty="0">
                <a:solidFill>
                  <a:schemeClr val="tx1"/>
                </a:solidFill>
              </a:rPr>
              <a:t> </a:t>
            </a:r>
            <a:r>
              <a:rPr lang="de-DE" sz="1500" dirty="0" err="1">
                <a:solidFill>
                  <a:schemeClr val="tx1"/>
                </a:solidFill>
              </a:rPr>
              <a:t>building</a:t>
            </a:r>
            <a:r>
              <a:rPr lang="de-DE" sz="1500" dirty="0">
                <a:solidFill>
                  <a:schemeClr val="tx1"/>
                </a:solidFill>
              </a:rPr>
              <a:t> </a:t>
            </a:r>
            <a:r>
              <a:rPr lang="de-DE" sz="1500" dirty="0" err="1">
                <a:solidFill>
                  <a:schemeClr val="tx1"/>
                </a:solidFill>
              </a:rPr>
              <a:t>the</a:t>
            </a:r>
            <a:r>
              <a:rPr lang="de-DE" sz="1500" dirty="0">
                <a:solidFill>
                  <a:schemeClr val="tx1"/>
                </a:solidFill>
              </a:rPr>
              <a:t> web </a:t>
            </a:r>
            <a:r>
              <a:rPr lang="de-DE" sz="1500" dirty="0" err="1">
                <a:solidFill>
                  <a:schemeClr val="tx1"/>
                </a:solidFill>
              </a:rPr>
              <a:t>application</a:t>
            </a:r>
            <a:r>
              <a:rPr lang="de-DE" sz="1500" dirty="0">
                <a:solidFill>
                  <a:schemeClr val="tx1"/>
                </a:solidFill>
              </a:rPr>
              <a:t> backend and </a:t>
            </a:r>
            <a:r>
              <a:rPr lang="de-DE" sz="1500" dirty="0" err="1">
                <a:solidFill>
                  <a:schemeClr val="tx1"/>
                </a:solidFill>
              </a:rPr>
              <a:t>handling</a:t>
            </a:r>
            <a:r>
              <a:rPr lang="de-DE" sz="1500" dirty="0">
                <a:solidFill>
                  <a:schemeClr val="tx1"/>
                </a:solidFill>
              </a:rPr>
              <a:t> </a:t>
            </a:r>
            <a:r>
              <a:rPr lang="de-DE" sz="1500" dirty="0" err="1">
                <a:solidFill>
                  <a:schemeClr val="tx1"/>
                </a:solidFill>
              </a:rPr>
              <a:t>user</a:t>
            </a:r>
            <a:r>
              <a:rPr lang="de-DE" sz="1500" dirty="0">
                <a:solidFill>
                  <a:schemeClr val="tx1"/>
                </a:solidFill>
              </a:rPr>
              <a:t> </a:t>
            </a:r>
            <a:r>
              <a:rPr lang="de-DE" sz="1500" dirty="0" err="1">
                <a:solidFill>
                  <a:schemeClr val="tx1"/>
                </a:solidFill>
              </a:rPr>
              <a:t>interactions</a:t>
            </a:r>
            <a:r>
              <a:rPr lang="de-DE" sz="1500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r>
              <a:rPr lang="de-DE" sz="1500" b="1" dirty="0">
                <a:solidFill>
                  <a:schemeClr val="tx1"/>
                </a:solidFill>
              </a:rPr>
              <a:t>2. Layout and Content </a:t>
            </a:r>
            <a:r>
              <a:rPr lang="de-DE" sz="1500" b="1" dirty="0" err="1">
                <a:solidFill>
                  <a:schemeClr val="tx1"/>
                </a:solidFill>
              </a:rPr>
              <a:t>Extraction</a:t>
            </a:r>
            <a:endParaRPr lang="de-DE" sz="15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de-DE" sz="1500" b="1" dirty="0" err="1">
                <a:solidFill>
                  <a:schemeClr val="tx1"/>
                </a:solidFill>
              </a:rPr>
              <a:t>LayoutParser</a:t>
            </a:r>
            <a:r>
              <a:rPr lang="de-DE" sz="1500" dirty="0">
                <a:solidFill>
                  <a:schemeClr val="tx1"/>
                </a:solidFill>
              </a:rPr>
              <a:t>: </a:t>
            </a:r>
            <a:r>
              <a:rPr lang="de-DE" sz="1500" dirty="0" err="1">
                <a:solidFill>
                  <a:schemeClr val="tx1"/>
                </a:solidFill>
              </a:rPr>
              <a:t>For</a:t>
            </a:r>
            <a:r>
              <a:rPr lang="de-DE" sz="1500" dirty="0">
                <a:solidFill>
                  <a:schemeClr val="tx1"/>
                </a:solidFill>
              </a:rPr>
              <a:t> </a:t>
            </a:r>
            <a:r>
              <a:rPr lang="de-DE" sz="1500" dirty="0" err="1">
                <a:solidFill>
                  <a:schemeClr val="tx1"/>
                </a:solidFill>
              </a:rPr>
              <a:t>detecting</a:t>
            </a:r>
            <a:r>
              <a:rPr lang="de-DE" sz="1500" dirty="0">
                <a:solidFill>
                  <a:schemeClr val="tx1"/>
                </a:solidFill>
              </a:rPr>
              <a:t> and </a:t>
            </a:r>
            <a:r>
              <a:rPr lang="de-DE" sz="1500" dirty="0" err="1">
                <a:solidFill>
                  <a:schemeClr val="tx1"/>
                </a:solidFill>
              </a:rPr>
              <a:t>analyzing</a:t>
            </a:r>
            <a:r>
              <a:rPr lang="de-DE" sz="1500" dirty="0">
                <a:solidFill>
                  <a:schemeClr val="tx1"/>
                </a:solidFill>
              </a:rPr>
              <a:t> </a:t>
            </a:r>
            <a:r>
              <a:rPr lang="de-DE" sz="1500" dirty="0" err="1">
                <a:solidFill>
                  <a:schemeClr val="tx1"/>
                </a:solidFill>
              </a:rPr>
              <a:t>slide</a:t>
            </a:r>
            <a:r>
              <a:rPr lang="de-DE" sz="1500" dirty="0">
                <a:solidFill>
                  <a:schemeClr val="tx1"/>
                </a:solidFill>
              </a:rPr>
              <a:t> </a:t>
            </a:r>
            <a:r>
              <a:rPr lang="de-DE" sz="1500" dirty="0" err="1">
                <a:solidFill>
                  <a:schemeClr val="tx1"/>
                </a:solidFill>
              </a:rPr>
              <a:t>layouts</a:t>
            </a:r>
            <a:r>
              <a:rPr lang="de-DE" sz="1500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r>
              <a:rPr lang="de-DE" sz="1500" b="1" dirty="0" err="1">
                <a:solidFill>
                  <a:schemeClr val="tx1"/>
                </a:solidFill>
              </a:rPr>
              <a:t>PyTesseract</a:t>
            </a:r>
            <a:r>
              <a:rPr lang="de-DE" sz="1500" dirty="0">
                <a:solidFill>
                  <a:schemeClr val="tx1"/>
                </a:solidFill>
              </a:rPr>
              <a:t>: </a:t>
            </a:r>
            <a:r>
              <a:rPr lang="de-DE" sz="1500" dirty="0" err="1">
                <a:solidFill>
                  <a:schemeClr val="tx1"/>
                </a:solidFill>
              </a:rPr>
              <a:t>For</a:t>
            </a:r>
            <a:r>
              <a:rPr lang="de-DE" sz="1500" dirty="0">
                <a:solidFill>
                  <a:schemeClr val="tx1"/>
                </a:solidFill>
              </a:rPr>
              <a:t> Optical Character Recognition (OCR) </a:t>
            </a:r>
            <a:r>
              <a:rPr lang="de-DE" sz="1500" dirty="0" err="1">
                <a:solidFill>
                  <a:schemeClr val="tx1"/>
                </a:solidFill>
              </a:rPr>
              <a:t>to</a:t>
            </a:r>
            <a:r>
              <a:rPr lang="de-DE" sz="1500" dirty="0">
                <a:solidFill>
                  <a:schemeClr val="tx1"/>
                </a:solidFill>
              </a:rPr>
              <a:t> </a:t>
            </a:r>
            <a:r>
              <a:rPr lang="de-DE" sz="1500" dirty="0" err="1">
                <a:solidFill>
                  <a:schemeClr val="tx1"/>
                </a:solidFill>
              </a:rPr>
              <a:t>extract</a:t>
            </a:r>
            <a:r>
              <a:rPr lang="de-DE" sz="1500" dirty="0">
                <a:solidFill>
                  <a:schemeClr val="tx1"/>
                </a:solidFill>
              </a:rPr>
              <a:t> </a:t>
            </a:r>
            <a:r>
              <a:rPr lang="de-DE" sz="1500" dirty="0" err="1">
                <a:solidFill>
                  <a:schemeClr val="tx1"/>
                </a:solidFill>
              </a:rPr>
              <a:t>text</a:t>
            </a:r>
            <a:r>
              <a:rPr lang="de-DE" sz="1500" dirty="0">
                <a:solidFill>
                  <a:schemeClr val="tx1"/>
                </a:solidFill>
              </a:rPr>
              <a:t> </a:t>
            </a:r>
            <a:r>
              <a:rPr lang="de-DE" sz="1500" dirty="0" err="1">
                <a:solidFill>
                  <a:schemeClr val="tx1"/>
                </a:solidFill>
              </a:rPr>
              <a:t>from</a:t>
            </a:r>
            <a:r>
              <a:rPr lang="de-DE" sz="1500" dirty="0">
                <a:solidFill>
                  <a:schemeClr val="tx1"/>
                </a:solidFill>
              </a:rPr>
              <a:t> </a:t>
            </a:r>
            <a:r>
              <a:rPr lang="de-DE" sz="1500" dirty="0" err="1">
                <a:solidFill>
                  <a:schemeClr val="tx1"/>
                </a:solidFill>
              </a:rPr>
              <a:t>images</a:t>
            </a:r>
            <a:r>
              <a:rPr lang="de-DE" sz="1500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r>
              <a:rPr lang="de-DE" sz="1500" b="1" dirty="0">
                <a:solidFill>
                  <a:schemeClr val="tx1"/>
                </a:solidFill>
              </a:rPr>
              <a:t>3. Text-</a:t>
            </a:r>
            <a:r>
              <a:rPr lang="de-DE" sz="1500" b="1" dirty="0" err="1">
                <a:solidFill>
                  <a:schemeClr val="tx1"/>
                </a:solidFill>
              </a:rPr>
              <a:t>to</a:t>
            </a:r>
            <a:r>
              <a:rPr lang="de-DE" sz="1500" b="1" dirty="0">
                <a:solidFill>
                  <a:schemeClr val="tx1"/>
                </a:solidFill>
              </a:rPr>
              <a:t>-Speech</a:t>
            </a:r>
            <a:endParaRPr lang="de-DE" sz="15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de-DE" sz="1500" b="1" dirty="0">
                <a:solidFill>
                  <a:schemeClr val="tx1"/>
                </a:solidFill>
              </a:rPr>
              <a:t>pyttsx3</a:t>
            </a:r>
            <a:r>
              <a:rPr lang="de-DE" sz="1500" dirty="0">
                <a:solidFill>
                  <a:schemeClr val="tx1"/>
                </a:solidFill>
              </a:rPr>
              <a:t>: </a:t>
            </a:r>
            <a:r>
              <a:rPr lang="de-DE" sz="1500" dirty="0" err="1">
                <a:solidFill>
                  <a:schemeClr val="tx1"/>
                </a:solidFill>
              </a:rPr>
              <a:t>For</a:t>
            </a:r>
            <a:r>
              <a:rPr lang="de-DE" sz="1500" dirty="0">
                <a:solidFill>
                  <a:schemeClr val="tx1"/>
                </a:solidFill>
              </a:rPr>
              <a:t> </a:t>
            </a:r>
            <a:r>
              <a:rPr lang="de-DE" sz="1500" dirty="0" err="1">
                <a:solidFill>
                  <a:schemeClr val="tx1"/>
                </a:solidFill>
              </a:rPr>
              <a:t>generating</a:t>
            </a:r>
            <a:r>
              <a:rPr lang="de-DE" sz="1500" dirty="0">
                <a:solidFill>
                  <a:schemeClr val="tx1"/>
                </a:solidFill>
              </a:rPr>
              <a:t> </a:t>
            </a:r>
            <a:r>
              <a:rPr lang="de-DE" sz="1500" dirty="0" err="1">
                <a:solidFill>
                  <a:schemeClr val="tx1"/>
                </a:solidFill>
              </a:rPr>
              <a:t>speech</a:t>
            </a:r>
            <a:r>
              <a:rPr lang="de-DE" sz="1500" dirty="0">
                <a:solidFill>
                  <a:schemeClr val="tx1"/>
                </a:solidFill>
              </a:rPr>
              <a:t> </a:t>
            </a:r>
            <a:r>
              <a:rPr lang="de-DE" sz="1500" dirty="0" err="1">
                <a:solidFill>
                  <a:schemeClr val="tx1"/>
                </a:solidFill>
              </a:rPr>
              <a:t>from</a:t>
            </a:r>
            <a:r>
              <a:rPr lang="de-DE" sz="1500" dirty="0">
                <a:solidFill>
                  <a:schemeClr val="tx1"/>
                </a:solidFill>
              </a:rPr>
              <a:t> </a:t>
            </a:r>
            <a:r>
              <a:rPr lang="de-DE" sz="1500" dirty="0" err="1">
                <a:solidFill>
                  <a:schemeClr val="tx1"/>
                </a:solidFill>
              </a:rPr>
              <a:t>extracted</a:t>
            </a:r>
            <a:r>
              <a:rPr lang="de-DE" sz="1500" dirty="0">
                <a:solidFill>
                  <a:schemeClr val="tx1"/>
                </a:solidFill>
              </a:rPr>
              <a:t> </a:t>
            </a:r>
            <a:r>
              <a:rPr lang="de-DE" sz="1500" dirty="0" err="1">
                <a:solidFill>
                  <a:schemeClr val="tx1"/>
                </a:solidFill>
              </a:rPr>
              <a:t>text</a:t>
            </a:r>
            <a:r>
              <a:rPr lang="de-DE" sz="1500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endParaRPr lang="de-DE" sz="15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624110"/>
            <a:ext cx="7162802" cy="1280890"/>
          </a:xfrm>
        </p:spPr>
        <p:txBody>
          <a:bodyPr/>
          <a:lstStyle/>
          <a:p>
            <a:r>
              <a:rPr dirty="0"/>
              <a:t>Phase 2: Generating Speech for Presentations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598" y="2246669"/>
            <a:ext cx="6828505" cy="186321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500" dirty="0">
                <a:solidFill>
                  <a:schemeClr val="tx1"/>
                </a:solidFill>
              </a:rPr>
              <a:t>- Approach:</a:t>
            </a:r>
          </a:p>
          <a:p>
            <a:pPr marL="0" indent="0">
              <a:buNone/>
            </a:pPr>
            <a:r>
              <a:rPr sz="1500" dirty="0">
                <a:solidFill>
                  <a:schemeClr val="tx1"/>
                </a:solidFill>
              </a:rPr>
              <a:t>  - Use web scraping to gather relevant content.</a:t>
            </a:r>
          </a:p>
          <a:p>
            <a:pPr marL="0" indent="0">
              <a:buNone/>
            </a:pPr>
            <a:r>
              <a:rPr sz="1500" dirty="0">
                <a:solidFill>
                  <a:schemeClr val="tx1"/>
                </a:solidFill>
              </a:rPr>
              <a:t>  - Implement NLP algorithms to summarize and structure content.</a:t>
            </a:r>
          </a:p>
          <a:p>
            <a:pPr marL="0" indent="0">
              <a:buNone/>
            </a:pPr>
            <a:r>
              <a:rPr sz="1500" dirty="0">
                <a:solidFill>
                  <a:schemeClr val="tx1"/>
                </a:solidFill>
              </a:rPr>
              <a:t>  - Leverage TTS (Text-to-Speech) to convert text into audio.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0006" y="624110"/>
            <a:ext cx="3963986" cy="909722"/>
          </a:xfrm>
        </p:spPr>
        <p:txBody>
          <a:bodyPr/>
          <a:lstStyle/>
          <a:p>
            <a:r>
              <a:rPr dirty="0"/>
              <a:t>Project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6007" y="1799304"/>
            <a:ext cx="6591985" cy="1966452"/>
          </a:xfrm>
        </p:spPr>
        <p:txBody>
          <a:bodyPr>
            <a:normAutofit/>
          </a:bodyPr>
          <a:lstStyle/>
          <a:p>
            <a:r>
              <a:rPr sz="1500" dirty="0">
                <a:solidFill>
                  <a:schemeClr val="tx1"/>
                </a:solidFill>
              </a:rPr>
              <a:t>Phases:</a:t>
            </a:r>
          </a:p>
          <a:p>
            <a:r>
              <a:rPr sz="1500" dirty="0">
                <a:solidFill>
                  <a:schemeClr val="tx1"/>
                </a:solidFill>
              </a:rPr>
              <a:t>Phase 1: Upload and interactive presentation features – ✅ (Completed).</a:t>
            </a:r>
          </a:p>
          <a:p>
            <a:r>
              <a:rPr sz="1500" dirty="0">
                <a:solidFill>
                  <a:schemeClr val="tx1"/>
                </a:solidFill>
              </a:rPr>
              <a:t> Phase 2: Speech generation using NLP and TTS – 🔄 (In progress).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or Suggestions?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500" dirty="0">
                <a:solidFill>
                  <a:schemeClr val="tx1"/>
                </a:solidFill>
              </a:rPr>
              <a:t>Please feel free to share your thoughts or ask any questions!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rin">
  <a:themeElements>
    <a:clrScheme name="Brin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Brin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rin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217</Words>
  <Application>Microsoft Office PowerPoint</Application>
  <PresentationFormat>Affichage à l'écran (4:3)</PresentationFormat>
  <Paragraphs>28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Brin</vt:lpstr>
      <vt:lpstr>Automated Presentation Tool: Phase 1 Progress</vt:lpstr>
      <vt:lpstr>Phase 1 Accomplishments</vt:lpstr>
      <vt:lpstr>Tools Used in Development</vt:lpstr>
      <vt:lpstr>Phase 2: Generating Speech for Presentations</vt:lpstr>
      <vt:lpstr>Project Timeline</vt:lpstr>
      <vt:lpstr>Questions or Suggestions?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Aziza Guellouz</cp:lastModifiedBy>
  <cp:revision>5</cp:revision>
  <dcterms:created xsi:type="dcterms:W3CDTF">2013-01-27T09:14:16Z</dcterms:created>
  <dcterms:modified xsi:type="dcterms:W3CDTF">2025-01-20T18:10:13Z</dcterms:modified>
  <cp:category/>
</cp:coreProperties>
</file>