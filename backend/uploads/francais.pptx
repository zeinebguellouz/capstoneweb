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ziza Guellouz" userId="0b3a491e804b3d75" providerId="LiveId" clId="{42639EBD-90C0-4890-98B6-6BC765691F36}"/>
    <pc:docChg chg="addSld modSld">
      <pc:chgData name="Aziza Guellouz" userId="0b3a491e804b3d75" providerId="LiveId" clId="{42639EBD-90C0-4890-98B6-6BC765691F36}" dt="2025-01-22T16:34:45.566" v="1"/>
      <pc:docMkLst>
        <pc:docMk/>
      </pc:docMkLst>
      <pc:sldChg chg="modSp new mod">
        <pc:chgData name="Aziza Guellouz" userId="0b3a491e804b3d75" providerId="LiveId" clId="{42639EBD-90C0-4890-98B6-6BC765691F36}" dt="2025-01-22T16:34:45.566" v="1"/>
        <pc:sldMkLst>
          <pc:docMk/>
          <pc:sldMk cId="2405045167" sldId="256"/>
        </pc:sldMkLst>
        <pc:spChg chg="mod">
          <ac:chgData name="Aziza Guellouz" userId="0b3a491e804b3d75" providerId="LiveId" clId="{42639EBD-90C0-4890-98B6-6BC765691F36}" dt="2025-01-22T16:34:45.566" v="1"/>
          <ac:spMkLst>
            <pc:docMk/>
            <pc:sldMk cId="2405045167" sldId="256"/>
            <ac:spMk id="2" creationId="{2BA7E159-EF72-308F-E907-FF899553D9EC}"/>
          </ac:spMkLst>
        </pc:spChg>
      </pc:sldChg>
      <pc:sldMasterChg chg="addSldLayout">
        <pc:chgData name="Aziza Guellouz" userId="0b3a491e804b3d75" providerId="LiveId" clId="{42639EBD-90C0-4890-98B6-6BC765691F36}" dt="2025-01-22T16:34:29.544" v="0" actId="680"/>
        <pc:sldMasterMkLst>
          <pc:docMk/>
          <pc:sldMasterMk cId="450248170" sldId="2147483648"/>
        </pc:sldMasterMkLst>
        <pc:sldLayoutChg chg="add">
          <pc:chgData name="Aziza Guellouz" userId="0b3a491e804b3d75" providerId="LiveId" clId="{42639EBD-90C0-4890-98B6-6BC765691F36}" dt="2025-01-22T16:34:29.544" v="0" actId="680"/>
          <pc:sldLayoutMkLst>
            <pc:docMk/>
            <pc:sldMasterMk cId="450248170" sldId="2147483648"/>
            <pc:sldLayoutMk cId="1991483951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812BFF-0FFB-CDD7-125C-48F130DC1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1ACC801-2F05-F48C-EDC7-8C58B14B2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1483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248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A7E159-EF72-308F-E907-FF899553D9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/>
              <a:t>l’intelligence artificielle (IA)</a:t>
            </a:r>
            <a:r>
              <a:rPr lang="fr-FR" dirty="0"/>
              <a:t> et son rôle croissant dans notre vie quotidienne.</a:t>
            </a:r>
            <a:endParaRPr lang="de-DE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B45A01A-4559-C751-FC84-15BD2D44C8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50451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Arial</vt:lpstr>
      <vt:lpstr>Thème Office</vt:lpstr>
      <vt:lpstr>l’intelligence artificielle (IA) et son rôle croissant dans notre vie quotidienne.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Aziza Guellouz</dc:creator>
  <cp:lastModifiedBy>Aziza Guellouz</cp:lastModifiedBy>
  <cp:revision>1</cp:revision>
  <dcterms:created xsi:type="dcterms:W3CDTF">2025-01-22T16:34:25Z</dcterms:created>
  <dcterms:modified xsi:type="dcterms:W3CDTF">2025-01-22T16:34:53Z</dcterms:modified>
</cp:coreProperties>
</file>