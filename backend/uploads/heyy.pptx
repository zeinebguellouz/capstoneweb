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DED8F-F0A4-4970-CD0C-91C961011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46AB8D-5785-8195-33A3-CF2578AB9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FE9DD4-53B8-C899-8EC1-A832D873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07957-F126-79FC-D03F-76CE7246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B5BB69-C3DA-8CC3-6675-81DEC449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45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36D4B3-2E76-4D3A-1434-3AB8747B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00256-529B-A8EF-C757-834AB851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3E4CF1-459F-37C3-C93F-4E42F110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7C7839-7FE9-0739-4CCA-959CF695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7F470-736E-18D1-487F-9E6EFD16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436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6C7FF-D747-8CBF-63E4-52BE277A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74FC4A-D78A-1EBB-99E6-87F5B6C8D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44FFA0-0EC5-684C-1814-866FEF83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631AA6-43BA-7FAB-7D0C-D5DA716E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96B65D-C210-BFF2-CFC1-9A46476D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971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9D8CC-337E-687D-2C8B-A6384394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C82E6-2961-BA8C-65BE-1D5ED9D9C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D5E393-C635-BC1A-72FC-914EE9A2F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43DF28-7118-2A24-9A6A-B3C428BE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3236C9-3D6C-4C8D-F320-1875EE9A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296375-34B3-6C2E-E7E3-EE748264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20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1B188-CB35-97AC-8008-E15EF149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92C358-B017-D89A-E484-D61B06157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B81F45-A6C8-9A38-8E69-DD737450B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6245BC-993F-F143-2576-2C3043DF5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75D0F5-2744-521B-2BEB-11D082D4E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ABB99D-8135-A5D5-15AE-149C31EE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6CE9C19-336E-B86D-972D-DD987EA5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5CBBAD-AB88-5952-7F1E-46ED799C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702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833AE-6B34-EFA5-5ACF-5DCFB159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C74C88-38C7-A9E3-D171-6E724B1F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C44014-7A4E-72DA-9912-30F74840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C943E9-95C9-DD47-8E06-8CD281DF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86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ED8123-CB98-6E59-7752-FC7AE45F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5D5532-963E-B515-CD93-9AE01748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A1EDD5-4F1C-54D0-3D93-073C1587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918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8C4EF-8C59-AF9A-B71D-3C11ADFE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21AC6F-D4EE-D8C2-8997-96D311758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B18FC-6B13-7440-7528-442DC1DE3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2DC1C8-1261-A813-D366-863C5C46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3B20BB-A73C-CEC3-72DA-624073EF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9B9973-1081-0CD5-161B-433CD8EC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35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B753F3-8D5D-2396-A9EE-D1A6BDC0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0C7041-8B4F-8A15-85A9-646CA20D8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652AE1-A6EE-6063-9AFF-7BF71ECE6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36AF38-7BB1-67C4-E4F8-D2D07B80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4E4C8B-2400-8B0F-1869-1A3BEAA0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E67A93-66C6-942A-2A33-F9D5A88D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43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9D9309-9B00-6693-01B4-CAD82440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3F2A28-1A73-600E-F3E7-2384DC38D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E98704-2E73-0E4F-189D-A5A9F61B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A68D29-1B54-07F5-4533-9FDE9EBD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99D538-6C7D-96E1-C0D9-8898E1DD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96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9620DD-4B11-8B69-BEA6-A0CD92674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5C568F-191D-9548-A1BF-BF3A191DA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333441-4269-AE57-C5C6-4AD966EC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84F526-CD24-4DF1-4CB5-9E865F0A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3936D1-FFE5-3544-05BB-E7E1DAE8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296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98A414-16BB-E04A-0C2C-02C76094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FD0D76-4673-D654-8FE5-15D7200AC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47B21F-737E-3964-452F-1B6797EA2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9CEF3-A2AB-46AC-A7FB-E034DF81E170}" type="datetimeFigureOut">
              <a:rPr lang="de-DE" smtClean="0"/>
              <a:t>21.04.2025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825CF6-56D2-02AF-42DA-6F66C6CC0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DF05D-30CC-BA75-BDE3-6CC49F8A2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3A-0100-4400-95C3-FC47472F24D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682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89635-81A7-1D49-125D-9D9BB9E24F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heyy</a:t>
            </a:r>
            <a:endParaRPr lang="de-D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0D6995-0E32-6169-BF38-015CBB6DE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7250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heyy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Aziza Guellouz</dc:creator>
  <cp:lastModifiedBy>Aziza Guellouz</cp:lastModifiedBy>
  <cp:revision>1</cp:revision>
  <dcterms:created xsi:type="dcterms:W3CDTF">2025-04-21T11:04:33Z</dcterms:created>
  <dcterms:modified xsi:type="dcterms:W3CDTF">2025-04-21T11:05:28Z</dcterms:modified>
</cp:coreProperties>
</file>