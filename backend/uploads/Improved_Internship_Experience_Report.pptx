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Internship Experience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Full-Stack Hotel Booking System Development</a:t>
            </a:r>
          </a:p>
          <a:p/>
          <a:p>
            <a:r>
              <a:t>Intern Name: Hachem Drissi</a:t>
            </a:r>
          </a:p>
          <a:p>
            <a:r>
              <a:t>University: [University Name]</a:t>
            </a:r>
          </a:p>
          <a:p>
            <a:r>
              <a:t>Academic Supervisor: Walid Ben Haj</a:t>
            </a:r>
          </a:p>
          <a:p>
            <a:r>
              <a:t>Institution Supervisor: Mohammed Al Falasi</a:t>
            </a:r>
          </a:p>
          <a:p>
            <a:r>
              <a:t>Date: 2024-2025</a:t>
            </a:r>
          </a:p>
          <a:p>
            <a:r>
              <a:t>Internship Provider: SmartCube IT, Tunis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SmartCube IT:</a:t>
            </a:r>
          </a:p>
          <a:p>
            <a:r>
              <a:t>- Location: Dubai, UAE</a:t>
            </a:r>
          </a:p>
          <a:p>
            <a:r>
              <a:t>- Industry: IT Services and Digital Solutions</a:t>
            </a:r>
          </a:p>
          <a:p>
            <a:r>
              <a:t>- Focus: Custom software development, cloud-based solutions, and web/mobile applications.</a:t>
            </a:r>
          </a:p>
          <a:p>
            <a:r>
              <a:t>- Key Clients: Private businesses, government agencies, and large-scale institutions.</a:t>
            </a:r>
          </a:p>
          <a:p/>
          <a:p>
            <a:r>
              <a:t>Role:</a:t>
            </a:r>
          </a:p>
          <a:p>
            <a:r>
              <a:t>As an intern, I contributed to the development of a hotel booking management system, applying academic knowledge to real-world challenges.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Goal:</a:t>
            </a:r>
          </a:p>
          <a:p>
            <a:r>
              <a:t>Gain hands-on experience in full-stack development while working on a live project.</a:t>
            </a:r>
          </a:p>
          <a:p/>
          <a:p>
            <a:r>
              <a:t>Specific Goals:</a:t>
            </a:r>
          </a:p>
          <a:p>
            <a:r>
              <a:t>- Build a fully functional hotel booking system.</a:t>
            </a:r>
          </a:p>
          <a:p>
            <a:r>
              <a:t>- Develop skills in both front-end and back-end technologies.</a:t>
            </a:r>
          </a:p>
          <a:p>
            <a:r>
              <a:t>- Implement secure user authentication and integrate email notification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Project - Hotel Booking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Description:</a:t>
            </a:r>
          </a:p>
          <a:p>
            <a:r>
              <a:t>- Developed a hotel booking system allowing users to browse and book rooms, with an admin panel for room management and booking handling.</a:t>
            </a:r>
          </a:p>
          <a:p/>
          <a:p>
            <a:r>
              <a:t>Key Technologies Used:</a:t>
            </a:r>
          </a:p>
          <a:p>
            <a:r>
              <a:t>- Frontend: React</a:t>
            </a:r>
          </a:p>
          <a:p>
            <a:r>
              <a:t>- Backend: Spring Boot</a:t>
            </a:r>
          </a:p>
          <a:p>
            <a:r>
              <a:t>- Database: MySQL</a:t>
            </a:r>
          </a:p>
          <a:p>
            <a:r>
              <a:t>- API Communication: Axios</a:t>
            </a:r>
          </a:p>
          <a:p>
            <a:r>
              <a:t>- Security: JWT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Development:</a:t>
            </a:r>
          </a:p>
          <a:p>
            <a:r>
              <a:t>- Created user authentication screens (login/registration).</a:t>
            </a:r>
          </a:p>
          <a:p>
            <a:r>
              <a:t>- Designed homepage with a dynamic carousel for showcasing rooms.</a:t>
            </a:r>
          </a:p>
          <a:p>
            <a:r>
              <a:t>- Developed room browsing pages with filtering and booking options.</a:t>
            </a:r>
          </a:p>
          <a:p/>
          <a:p>
            <a:r>
              <a:t>Backend Development:</a:t>
            </a:r>
          </a:p>
          <a:p>
            <a:r>
              <a:t>- Integrated Spring Boot for backend logic (room management, booking operations).</a:t>
            </a:r>
          </a:p>
          <a:p>
            <a:r>
              <a:t>- Ensured secure authentication and data management with JWT and MySQL.</a:t>
            </a:r>
          </a:p>
          <a:p/>
          <a:p>
            <a:r>
              <a:t>Admin Panel:</a:t>
            </a:r>
          </a:p>
          <a:p>
            <a:r>
              <a:t>- Developed an admin panel for real-time management of rooms and bookings.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Functional Hotel Booking System:</a:t>
            </a:r>
          </a:p>
          <a:p>
            <a:r>
              <a:t>- Users can browse and book rooms; administrators can manage rooms and bookings.</a:t>
            </a:r>
          </a:p>
          <a:p/>
          <a:p>
            <a:r>
              <a:t>Technological Integration:</a:t>
            </a:r>
          </a:p>
          <a:p>
            <a:r>
              <a:t>- Integrated React with Spring Boot using Axios for secure communication.</a:t>
            </a:r>
          </a:p>
          <a:p/>
          <a:p>
            <a:r>
              <a:t>User and Admin Feedback:</a:t>
            </a:r>
          </a:p>
          <a:p>
            <a:r>
              <a:t>- Positive feedback for intuitive design and efficient booking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Spring Boot:</a:t>
            </a:r>
          </a:p>
          <a:p>
            <a:r>
              <a:t>- Steep learning curve with Spring Boot, requiring self-study and documentation review.</a:t>
            </a:r>
          </a:p>
          <a:p/>
          <a:p>
            <a:r>
              <a:t>Implementing JWT Authentication:</a:t>
            </a:r>
          </a:p>
          <a:p>
            <a:r>
              <a:t>- Challenges with token expiration and secure storage, resolved by research and mentorship.</a:t>
            </a:r>
          </a:p>
          <a:p/>
          <a:p>
            <a:r>
              <a:t>UI/UX Design Balance:</a:t>
            </a:r>
          </a:p>
          <a:p>
            <a:r>
              <a:t>- Balancing aesthetics with functionality, requiring several design iterations.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Full-Stack Development:</a:t>
            </a:r>
          </a:p>
          <a:p>
            <a:r>
              <a:t>- Gained proficiency in both frontend (React) and backend (Spring Boot) development.</a:t>
            </a:r>
          </a:p>
          <a:p/>
          <a:p>
            <a:r>
              <a:t>Security Best Practices:</a:t>
            </a:r>
          </a:p>
          <a:p>
            <a:r>
              <a:t>- Learned secure data handling, particularly JWT authentication for protecting sensitive information.</a:t>
            </a:r>
          </a:p>
          <a:p/>
          <a:p>
            <a:r>
              <a:t>Problem Solving and Collaboration:</a:t>
            </a:r>
          </a:p>
          <a:p>
            <a:r>
              <a:t>- Overcame technical challenges through research and collaboration.</a:t>
            </a:r>
          </a:p>
          <a:p/>
          <a:p>
            <a:r>
              <a:t>Real-World Application:</a:t>
            </a:r>
          </a:p>
          <a:p>
            <a:r>
              <a:t>- Applied academic knowledge to real-world problems, developing a fully functional web application.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r>
              <a:t>The internship provided hands-on experience in full-stack development, culminating in a fully functional hotel booking system.</a:t>
            </a:r>
          </a:p>
          <a:p/>
          <a:p>
            <a:r>
              <a:t>Future Directions:</a:t>
            </a:r>
          </a:p>
          <a:p>
            <a:r>
              <a:t>- Further improvements could be made to the system, such as enhanced filtering and bulk management for admins.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Thanks to:</a:t>
            </a:r>
          </a:p>
          <a:p>
            <a:r>
              <a:t>- **SmartCube IT** for the opportunity to work on an impactful project.</a:t>
            </a:r>
          </a:p>
          <a:p>
            <a:r>
              <a:t>- **Imed Charaa** for guidance and mentorship throughout the internship.</a:t>
            </a:r>
          </a:p>
          <a:p>
            <a:r>
              <a:t>- **Colleagues at SmartCube IT** for collaboration and support.</a:t>
            </a:r>
          </a:p>
          <a:p>
            <a:r>
              <a:t>- **University and Academic Supervisors** for facilitating this learning experience.</a:t>
            </a:r>
          </a:p>
          <a:p>
            <a:r>
              <a:t>- **Family and Friends** for their encouragement.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