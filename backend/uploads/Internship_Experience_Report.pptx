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Internship Experience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Full-Stack Hotel Booking System Development</a:t>
            </a:r>
          </a:p>
          <a:p/>
          <a:p>
            <a:r>
              <a:t>Intern Name: Hachem Drissi</a:t>
            </a:r>
          </a:p>
          <a:p>
            <a:r>
              <a:t>University: [University Name]</a:t>
            </a:r>
          </a:p>
          <a:p>
            <a:r>
              <a:t>Academic Supervisor: Walid Ben Haj</a:t>
            </a:r>
          </a:p>
          <a:p>
            <a:r>
              <a:t>Institution Supervisor: Mohammed Al Falasi</a:t>
            </a:r>
          </a:p>
          <a:p>
            <a:r>
              <a:t>Date: 2024-2025</a:t>
            </a:r>
          </a:p>
          <a:p>
            <a:r>
              <a:t>Internship Provider: SmartCube IT, Tunis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 of the Internship:</a:t>
            </a:r>
          </a:p>
          <a:p>
            <a:r>
              <a:t>This internship at SmartCube IT aimed to provide practical experience in full-stack web development. The core project involved developing a comprehensive hotel booking system, allowing users and administrators to manage hotel reservations through a user-friendly interface.</a:t>
            </a:r>
          </a:p>
          <a:p/>
          <a:p>
            <a:r>
              <a:t>Technologies Used:</a:t>
            </a:r>
          </a:p>
          <a:p>
            <a:r>
              <a:t>- Frontend: React, Bootstrap</a:t>
            </a:r>
          </a:p>
          <a:p>
            <a:r>
              <a:t>- Backend: Spring Boot</a:t>
            </a:r>
          </a:p>
          <a:p>
            <a:r>
              <a:t>- Database: MySQL</a:t>
            </a:r>
          </a:p>
          <a:p>
            <a:r>
              <a:t>- API Communication: Axios</a:t>
            </a:r>
          </a:p>
          <a:p>
            <a:r>
              <a:t>- Security: JWT Authentication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 (Contd.)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Deliverables:</a:t>
            </a:r>
          </a:p>
          <a:p>
            <a:r>
              <a:t>- Developed an intuitive user interface for booking hotel rooms.</a:t>
            </a:r>
          </a:p>
          <a:p>
            <a:r>
              <a:t>- Implemented backend functionalities such as room management and booking processing.</a:t>
            </a:r>
          </a:p>
          <a:p>
            <a:r>
              <a:t>- Ensured seamless data flow between the frontend and backend using Axios for API calls.</a:t>
            </a:r>
          </a:p>
          <a:p>
            <a:r>
              <a:t>- Integrated email functionality for booking confirmations.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Internship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</a:t>
            </a:r>
          </a:p>
          <a:p>
            <a:r>
              <a:t>The internship provided an opportunity to apply theoretical knowledge in a real-world software development project. The primary goal was to create a full-stack application from scratch while learning about the technical and operational challenges of developing scalable and secure web applications.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Internship Overview (Contd.)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Achievements:</a:t>
            </a:r>
          </a:p>
          <a:p>
            <a:r>
              <a:t>- Designed and developed a full hotel booking system.</a:t>
            </a:r>
          </a:p>
          <a:p>
            <a:r>
              <a:t>- Gained experience in both frontend and backend development using industry-standard frameworks.</a:t>
            </a:r>
          </a:p>
          <a:p>
            <a:r>
              <a:t>- Integrated secure user authentication and email notification systems.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SmartCube IT:</a:t>
            </a:r>
          </a:p>
          <a:p>
            <a:r>
              <a:t>A dynamic IT services provider based in Dubai, specializing in delivering tailored digital solutions for both private businesses and government agencies.</a:t>
            </a:r>
          </a:p>
          <a:p>
            <a:r>
              <a:t>- Focus areas: Software development, cloud-based solutions, web and mobile applications.</a:t>
            </a:r>
          </a:p>
          <a:p>
            <a:r>
              <a:t>- The company is known for its innovative approach, leveraging the latest technologies to meet the unique needs of clients.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Context (Contd.)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Role in the Company:</a:t>
            </a:r>
          </a:p>
          <a:p>
            <a:r>
              <a:t>As an intern, I was assigned to the web development team, contributing to a key project: the development of a hotel booking management system. This role allowed me to apply academic knowledge in a professional setting, working collaboratively with experienced developers.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Internship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General Objective:</a:t>
            </a:r>
          </a:p>
          <a:p>
            <a:r>
              <a:t>To develop practical expertise in full-stack web development, learning how to design, build, and deploy a web-based application while addressing real-world challenges.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Internship Objectives (Contd.)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Specific Goals:</a:t>
            </a:r>
          </a:p>
          <a:p>
            <a:r>
              <a:t>- Develop a user-friendly hotel booking platform.</a:t>
            </a:r>
          </a:p>
          <a:p>
            <a:r>
              <a:t>- Implement secure authentication systems (JWT).</a:t>
            </a:r>
          </a:p>
          <a:p>
            <a:r>
              <a:t>- Integrate frontend with backend using Axios for API communication.</a:t>
            </a:r>
          </a:p>
          <a:p>
            <a:r>
              <a:t>- Manage a MySQL database for storing hotel room and booking information.</a:t>
            </a:r>
          </a:p>
          <a:p>
            <a:r>
              <a:t>- Ensure responsiveness of the web application across devices.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Tasks and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Development:</a:t>
            </a:r>
          </a:p>
          <a:p>
            <a:r>
              <a:t>- Designed and implemented the user authentication system (login/registration) using React.</a:t>
            </a:r>
          </a:p>
          <a:p>
            <a:r>
              <a:t>- Developed a visually appealing homepage with a dynamic carousel showcasing available rooms.</a:t>
            </a:r>
          </a:p>
          <a:p>
            <a:r>
              <a:t>- Created detailed room browsing pages with filtering and booking options.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Tasks and Responsibilities (Contd.)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 Development:</a:t>
            </a:r>
          </a:p>
          <a:p>
            <a:r>
              <a:t>- Utilized Spring Boot to develop the backend logic, handling user authentication, room management, and booking operations.</a:t>
            </a:r>
          </a:p>
          <a:p>
            <a:r>
              <a:t>- Ensured data consistency and security using MySQL for database management and JWT for secure token-based authentication.</a:t>
            </a:r>
          </a:p>
          <a:p>
            <a:r>
              <a:t>- Created an admin panel for managing hotel rooms and bookings in real-time.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React:</a:t>
            </a:r>
          </a:p>
          <a:p>
            <a:r>
              <a:t>A JavaScript library for building the user interface, used to create a dynamic and responsive frontend.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Technologies Used (Contd.)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Spring Boot:</a:t>
            </a:r>
          </a:p>
          <a:p>
            <a:r>
              <a:t>A Java-based framework used to develop the backend of the application, handling business logic and data interactions with the database.</a:t>
            </a:r>
          </a:p>
          <a:p/>
          <a:p>
            <a:r>
              <a:t>MySQL:</a:t>
            </a:r>
          </a:p>
          <a:p>
            <a:r>
              <a:t>A relational database management system used for storing user, room, and booking data.</a:t>
            </a:r>
          </a:p>
          <a:p/>
          <a:p>
            <a:r>
              <a:t>Axios:</a:t>
            </a:r>
          </a:p>
          <a:p>
            <a:r>
              <a:t>A promise-based HTTP client used to make asynchronous API requests, ensuring smooth communication between the frontend and backend.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Encountered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Learning Curve with Spring Boot:</a:t>
            </a:r>
          </a:p>
          <a:p>
            <a:r>
              <a:t>Spring Boot was a new framework for me, and initially, there were challenges in understanding its architecture and best practices. Overcoming this required focused learning through documentation and hands-on practice.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Encountered (Contd.)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Implementing JWT Authentication:</a:t>
            </a:r>
          </a:p>
          <a:p>
            <a:r>
              <a:t>While JWT tokens are essential for secure authentication, implementing them correctly was challenging. I encountered issues such as token expiration and secure storage, which were resolved by consulting documentation and collaborating with mentors.</a:t>
            </a:r>
          </a:p>
          <a:p/>
          <a:p>
            <a:r>
              <a:t>UI Design and Functionality Balance:</a:t>
            </a:r>
          </a:p>
          <a:p>
            <a:r>
              <a:t>Ensuring that the user interface was both aesthetically pleasing and functional required several iterations. It was a valuable learning experience in balancing user experience (UX) and technical requirements.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