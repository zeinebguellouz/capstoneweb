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Gardening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Learn the essentials of starting your own garden.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Essential Gardening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Spade: Essential for digging and moving soil.</a:t>
            </a:r>
          </a:p>
          <a:p>
            <a:r>
              <a:t>Rake: Great for clearing leaves and smoothing soil.</a:t>
            </a:r>
          </a:p>
          <a:p>
            <a:r>
              <a:t>Gloves: Protects your hands during gardening.</a:t>
            </a:r>
          </a:p>
          <a:p>
            <a:r>
              <a:t>Watering Can: Essential for watering your plants.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Ready to Start?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your garden today and enjoy the harvest!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