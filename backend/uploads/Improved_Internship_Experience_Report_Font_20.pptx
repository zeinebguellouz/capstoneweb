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000"/>
              <a:t>Internship Experience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sz="2000" dirty="0"/>
              <a:t>Full-Stack Hotel Booking System Development</a:t>
            </a:r>
          </a:p>
          <a:p>
            <a:endParaRPr sz="2000" dirty="0"/>
          </a:p>
          <a:p>
            <a:r>
              <a:rPr sz="2000" dirty="0"/>
              <a:t>Intern Name: Hachem </a:t>
            </a:r>
            <a:r>
              <a:rPr sz="2000" dirty="0" err="1"/>
              <a:t>Drissi</a:t>
            </a:r>
            <a:endParaRPr sz="2000" dirty="0"/>
          </a:p>
          <a:p>
            <a:r>
              <a:rPr sz="2000" dirty="0"/>
              <a:t>Date: 2024-2025</a:t>
            </a:r>
          </a:p>
          <a:p>
            <a:r>
              <a:rPr sz="2000" dirty="0"/>
              <a:t>Internship Provider: </a:t>
            </a:r>
            <a:r>
              <a:rPr sz="2000" dirty="0" err="1"/>
              <a:t>SmartCube</a:t>
            </a:r>
            <a:r>
              <a:rPr sz="2000" dirty="0"/>
              <a:t> IT, Tunis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SmartCube IT:</a:t>
            </a:r>
          </a:p>
          <a:p>
            <a:r>
              <a:rPr sz="2000"/>
              <a:t>- Location: Dubai, UAE</a:t>
            </a:r>
          </a:p>
          <a:p>
            <a:r>
              <a:rPr sz="2000"/>
              <a:t>- Industry: IT Services and Digital Solutions</a:t>
            </a:r>
          </a:p>
          <a:p>
            <a:r>
              <a:rPr sz="2000"/>
              <a:t>- Focus: Custom software development, cloud-based solutions, and web/mobile applications.</a:t>
            </a:r>
          </a:p>
          <a:p>
            <a:r>
              <a:rPr sz="2000"/>
              <a:t>- Key Clients: Private businesses, government agencies, and large-scale institutions.</a:t>
            </a:r>
          </a:p>
          <a:p>
            <a:endParaRPr sz="2000"/>
          </a:p>
          <a:p>
            <a:r>
              <a:rPr sz="2000"/>
              <a:t>Role:</a:t>
            </a:r>
          </a:p>
          <a:p>
            <a:r>
              <a:rPr sz="2000"/>
              <a:t>As an intern, I contributed to the development of a hotel booking management system, applying academic knowledge to real-world challenges.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Internship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Overall Goal:</a:t>
            </a:r>
          </a:p>
          <a:p>
            <a:r>
              <a:rPr sz="2000"/>
              <a:t>Gain hands-on experience in full-stack development while working on a live project.</a:t>
            </a:r>
          </a:p>
          <a:p>
            <a:endParaRPr sz="2000"/>
          </a:p>
          <a:p>
            <a:r>
              <a:rPr sz="2000"/>
              <a:t>Specific Goals:</a:t>
            </a:r>
          </a:p>
          <a:p>
            <a:r>
              <a:rPr sz="2000"/>
              <a:t>- Build a fully functional hotel booking system.</a:t>
            </a:r>
          </a:p>
          <a:p>
            <a:r>
              <a:rPr sz="2000"/>
              <a:t>- Develop skills in both front-end and back-end technologies.</a:t>
            </a:r>
          </a:p>
          <a:p>
            <a:r>
              <a:rPr sz="2000"/>
              <a:t>- Implement secure user authentication and integrate email notification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The Project - Hotel Booking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Project Description:</a:t>
            </a:r>
          </a:p>
          <a:p>
            <a:r>
              <a:rPr sz="2000"/>
              <a:t>- Developed a hotel booking system allowing users to browse and book rooms, with an admin panel for room management and booking handling.</a:t>
            </a:r>
          </a:p>
          <a:p>
            <a:endParaRPr sz="2000"/>
          </a:p>
          <a:p>
            <a:r>
              <a:rPr sz="2000"/>
              <a:t>Key Technologies Used:</a:t>
            </a:r>
          </a:p>
          <a:p>
            <a:r>
              <a:rPr sz="2000"/>
              <a:t>- Frontend: React</a:t>
            </a:r>
          </a:p>
          <a:p>
            <a:r>
              <a:rPr sz="2000"/>
              <a:t>- Backend: Spring Boot</a:t>
            </a:r>
          </a:p>
          <a:p>
            <a:r>
              <a:rPr sz="2000"/>
              <a:t>- Database: MySQL</a:t>
            </a:r>
          </a:p>
          <a:p>
            <a:r>
              <a:rPr sz="2000"/>
              <a:t>- API Communication: Axios</a:t>
            </a:r>
          </a:p>
          <a:p>
            <a:r>
              <a:rPr sz="2000"/>
              <a:t>- Security: JWT Authentication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My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Frontend Development:</a:t>
            </a:r>
          </a:p>
          <a:p>
            <a:r>
              <a:rPr sz="2000"/>
              <a:t>- Created user authentication screens (login/registration).</a:t>
            </a:r>
          </a:p>
          <a:p>
            <a:r>
              <a:rPr sz="2000"/>
              <a:t>- Designed homepage with a dynamic carousel for showcasing rooms.</a:t>
            </a:r>
          </a:p>
          <a:p>
            <a:r>
              <a:rPr sz="2000"/>
              <a:t>- Developed room browsing pages with filtering and booking options.</a:t>
            </a:r>
          </a:p>
          <a:p>
            <a:endParaRPr sz="2000"/>
          </a:p>
          <a:p>
            <a:r>
              <a:rPr sz="2000"/>
              <a:t>Backend Development:</a:t>
            </a:r>
          </a:p>
          <a:p>
            <a:r>
              <a:rPr sz="2000"/>
              <a:t>- Integrated Spring Boot for backend logic (room management, booking operations).</a:t>
            </a:r>
          </a:p>
          <a:p>
            <a:r>
              <a:rPr sz="2000"/>
              <a:t>- Ensured secure authentication and data management with JWT and MySQL.</a:t>
            </a:r>
          </a:p>
          <a:p>
            <a:endParaRPr sz="2000"/>
          </a:p>
          <a:p>
            <a:r>
              <a:rPr sz="2000"/>
              <a:t>Admin Panel:</a:t>
            </a:r>
          </a:p>
          <a:p>
            <a:r>
              <a:rPr sz="2000"/>
              <a:t>- Developed an admin panel for real-time management of rooms and bookings.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Project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Fully Functional Hotel Booking System:</a:t>
            </a:r>
          </a:p>
          <a:p>
            <a:r>
              <a:rPr sz="2000"/>
              <a:t>- Users can browse and book rooms; administrators can manage rooms and bookings.</a:t>
            </a:r>
          </a:p>
          <a:p>
            <a:endParaRPr sz="2000"/>
          </a:p>
          <a:p>
            <a:r>
              <a:rPr sz="2000"/>
              <a:t>Technological Integration:</a:t>
            </a:r>
          </a:p>
          <a:p>
            <a:r>
              <a:rPr sz="2000"/>
              <a:t>- Integrated React with Spring Boot using Axios for secure communication.</a:t>
            </a:r>
          </a:p>
          <a:p>
            <a:endParaRPr sz="2000"/>
          </a:p>
          <a:p>
            <a:r>
              <a:rPr sz="2000"/>
              <a:t>User and Admin Feedback:</a:t>
            </a:r>
          </a:p>
          <a:p>
            <a:r>
              <a:rPr sz="2000"/>
              <a:t>- Positive feedback for intuitive design and efficient booking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Learning Spring Boot:</a:t>
            </a:r>
          </a:p>
          <a:p>
            <a:r>
              <a:rPr sz="2000"/>
              <a:t>- Steep learning curve with Spring Boot, requiring self-study and documentation review.</a:t>
            </a:r>
          </a:p>
          <a:p>
            <a:endParaRPr sz="2000"/>
          </a:p>
          <a:p>
            <a:r>
              <a:rPr sz="2000"/>
              <a:t>Implementing JWT Authentication:</a:t>
            </a:r>
          </a:p>
          <a:p>
            <a:r>
              <a:rPr sz="2000"/>
              <a:t>- Challenges with token expiration and secure storage, resolved by research and mentorship.</a:t>
            </a:r>
          </a:p>
          <a:p>
            <a:endParaRPr sz="2000"/>
          </a:p>
          <a:p>
            <a:r>
              <a:rPr sz="2000"/>
              <a:t>UI/UX Design Balance:</a:t>
            </a:r>
          </a:p>
          <a:p>
            <a:r>
              <a:rPr sz="2000"/>
              <a:t>- Balancing aesthetics with functionality, requiring several design iterations.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What I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Full-Stack Development:</a:t>
            </a:r>
          </a:p>
          <a:p>
            <a:r>
              <a:rPr sz="2000"/>
              <a:t>- Gained proficiency in both frontend (React) and backend (Spring Boot) development.</a:t>
            </a:r>
          </a:p>
          <a:p>
            <a:endParaRPr sz="2000"/>
          </a:p>
          <a:p>
            <a:r>
              <a:rPr sz="2000"/>
              <a:t>Security Best Practices:</a:t>
            </a:r>
          </a:p>
          <a:p>
            <a:r>
              <a:rPr sz="2000"/>
              <a:t>- Learned secure data handling, particularly JWT authentication for protecting sensitive information.</a:t>
            </a:r>
          </a:p>
          <a:p>
            <a:endParaRPr sz="2000"/>
          </a:p>
          <a:p>
            <a:r>
              <a:rPr sz="2000"/>
              <a:t>Problem Solving and Collaboration:</a:t>
            </a:r>
          </a:p>
          <a:p>
            <a:r>
              <a:rPr sz="2000"/>
              <a:t>- Overcame technical challenges through research and collaboration.</a:t>
            </a:r>
          </a:p>
          <a:p>
            <a:endParaRPr sz="2000"/>
          </a:p>
          <a:p>
            <a:r>
              <a:rPr sz="2000"/>
              <a:t>Real-World Application:</a:t>
            </a:r>
          </a:p>
          <a:p>
            <a:r>
              <a:rPr sz="2000"/>
              <a:t>- Applied academic knowledge to real-world problems, developing a fully functional web application.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Summary:</a:t>
            </a:r>
          </a:p>
          <a:p>
            <a:r>
              <a:rPr sz="2000"/>
              <a:t>The internship provided hands-on experience in full-stack development, culminating in a fully functional hotel booking system.</a:t>
            </a:r>
          </a:p>
          <a:p>
            <a:endParaRPr sz="2000"/>
          </a:p>
          <a:p>
            <a:r>
              <a:rPr sz="2000"/>
              <a:t>Future Directions:</a:t>
            </a:r>
          </a:p>
          <a:p>
            <a:r>
              <a:rPr sz="2000"/>
              <a:t>- Further improvements could be made to the system, such as enhanced filtering and bulk management for admins.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</Words>
  <Application>Microsoft Office PowerPoint</Application>
  <PresentationFormat>Affichage à l'écran (4:3)</PresentationFormat>
  <Paragraphs>81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Internship Experience Report</vt:lpstr>
      <vt:lpstr>Company Overview</vt:lpstr>
      <vt:lpstr>Internship Objectives</vt:lpstr>
      <vt:lpstr>The Project - Hotel Booking System</vt:lpstr>
      <vt:lpstr>My Contributions</vt:lpstr>
      <vt:lpstr>Project Outcomes</vt:lpstr>
      <vt:lpstr>Challenges Faced</vt:lpstr>
      <vt:lpstr>What I Learned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Aziza Guellouz</cp:lastModifiedBy>
  <cp:revision>2</cp:revision>
  <dcterms:created xsi:type="dcterms:W3CDTF">2013-01-27T09:14:16Z</dcterms:created>
  <dcterms:modified xsi:type="dcterms:W3CDTF">2025-02-03T16:54:36Z</dcterms:modified>
  <cp:category/>
</cp:coreProperties>
</file>